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Assignment </a:t>
            </a:r>
            <a:r>
              <a:rPr dirty="0" smtClean="0"/>
              <a:t>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Process Model Selection &amp; Optimization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22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1. Scenario Analysis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 </a:t>
            </a:r>
            <a:r>
              <a:rPr dirty="0"/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55618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Requirements are not clear (Ministry keeps changing)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Health </a:t>
            </a:r>
            <a:r>
              <a:rPr dirty="0"/>
              <a:t>workers still adding needs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High risk: low rural digital infrastructure, sensitive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Strict </a:t>
            </a:r>
            <a:r>
              <a:rPr dirty="0"/>
              <a:t>timeline: 8 months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Need early prototypes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Many </a:t>
            </a:r>
            <a:r>
              <a:rPr dirty="0"/>
              <a:t>users: health centers, district &amp; referral hospitals, Ministry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Frequent </a:t>
            </a:r>
            <a:r>
              <a:rPr dirty="0"/>
              <a:t>communication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 Analysis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 </a:t>
            </a:r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Requirements unclear &amp; changing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High </a:t>
            </a:r>
            <a:r>
              <a:rPr dirty="0"/>
              <a:t>risk due to patient health info</a:t>
            </a:r>
          </a:p>
          <a:p>
            <a:pPr marL="0" indent="0">
              <a:buNone/>
            </a:pPr>
            <a:r>
              <a:rPr dirty="0" smtClean="0"/>
              <a:t>Strict </a:t>
            </a:r>
            <a:r>
              <a:rPr dirty="0"/>
              <a:t>8‑month timeline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Stakeholders </a:t>
            </a:r>
            <a:r>
              <a:rPr dirty="0"/>
              <a:t>need early prototypes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Limited rural digital 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High </a:t>
            </a:r>
            <a:r>
              <a:rPr dirty="0"/>
              <a:t>involvement of many health facilities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Comparison of 3 Software Process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t>Waterfall Model:</a:t>
            </a:r>
          </a:p>
          <a:p>
            <a:pPr marL="0" indent="0">
              <a:buNone/>
            </a:pPr>
            <a:r>
              <a:t>- Strengths: Simple, step‑by‑step</a:t>
            </a:r>
          </a:p>
          <a:p>
            <a:pPr marL="0" indent="0">
              <a:buNone/>
            </a:pPr>
            <a:r>
              <a:t>- Weaknesses: Hard to change, no early prototype</a:t>
            </a:r>
          </a:p>
          <a:p>
            <a:pPr marL="0" indent="0">
              <a:buNone/>
            </a:pPr>
            <a:r>
              <a:t>- Suitability: Not suitable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Prototype Model:</a:t>
            </a:r>
          </a:p>
          <a:p>
            <a:pPr marL="0" indent="0">
              <a:buNone/>
            </a:pPr>
            <a:r>
              <a:t>- Strengths: Early prototype, good for unclear requirements</a:t>
            </a:r>
          </a:p>
          <a:p>
            <a:pPr marL="0" indent="0">
              <a:buNone/>
            </a:pPr>
            <a:r>
              <a:t>- Weaknesses: Many revisions, not ideal for full final system</a:t>
            </a:r>
          </a:p>
          <a:p>
            <a:pPr marL="0" indent="0">
              <a:buNone/>
            </a:pPr>
            <a:r>
              <a:t>- Suitability: Medium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Agile/Scrum:</a:t>
            </a:r>
          </a:p>
          <a:p>
            <a:pPr marL="0" indent="0">
              <a:buNone/>
            </a:pPr>
            <a:r>
              <a:t>- Strengths: Accepts changes, fast delivery, strong communication, early features</a:t>
            </a:r>
          </a:p>
          <a:p>
            <a:pPr marL="0" indent="0">
              <a:buNone/>
            </a:pPr>
            <a:r>
              <a:t>- Weaknesses: Needs frequent stakeholder involvement</a:t>
            </a:r>
          </a:p>
          <a:p>
            <a:pPr marL="0" indent="0">
              <a:buNone/>
            </a:pPr>
            <a:r>
              <a:t>- Suitability: Highly suitable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Selected Optimal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Agile / Scrum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220"/>
            <a:ext cx="8229600" cy="1143000"/>
          </a:xfrm>
        </p:spPr>
        <p:txBody>
          <a:bodyPr/>
          <a:lstStyle/>
          <a:p>
            <a:r>
              <a:t>4.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Handles </a:t>
            </a:r>
            <a:r>
              <a:rPr dirty="0"/>
              <a:t>requirement changes easily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Fast prototype delivery in every sprint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Early </a:t>
            </a:r>
            <a:r>
              <a:rPr dirty="0"/>
              <a:t>risk detection through reviews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Strong communication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Fits Rwanda’s health system needs (simple features step‑by‑step)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Optimizes cost, time,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5. Simple Development Plan – Timeline (8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Phase 1 – Month 1: Requirements, first prototype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Phase 2 – Months 2–3: Basic patient info &amp; referral creation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Phase 3 – Months 4–5: Medical records &amp; uploads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Phase 4 – Months 6–7: Notifications, communication, full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Phase 5 – Month 8: Final working system (MVP)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Scrum </a:t>
            </a:r>
            <a:r>
              <a:rPr dirty="0"/>
              <a:t>Master / Project Manager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System </a:t>
            </a:r>
            <a:r>
              <a:rPr dirty="0"/>
              <a:t>Analyst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Developers </a:t>
            </a:r>
            <a:r>
              <a:rPr dirty="0"/>
              <a:t>(Frontend &amp; Backend)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Tester / QA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UI/UX Designer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 </a:t>
            </a:r>
            <a:r>
              <a:rPr dirty="0"/>
              <a:t>Database/Security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324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Assignment 1</vt:lpstr>
      <vt:lpstr>1. Scenario Analysis   Key Characteristics</vt:lpstr>
      <vt:lpstr>Scenario Analysis   Summary</vt:lpstr>
      <vt:lpstr>2. Comparison of 3 Software Process Models</vt:lpstr>
      <vt:lpstr>3. Selected Optimal Process Model</vt:lpstr>
      <vt:lpstr>4. Justification</vt:lpstr>
      <vt:lpstr>5. Simple Development Plan – Timeline (8 months)</vt:lpstr>
      <vt:lpstr>Team Roles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</dc:title>
  <dc:subject/>
  <dc:creator/>
  <cp:keywords/>
  <dc:description>generated using python-pptx</dc:description>
  <cp:lastModifiedBy>M.hussein</cp:lastModifiedBy>
  <cp:revision>4</cp:revision>
  <dcterms:created xsi:type="dcterms:W3CDTF">2013-01-27T09:14:16Z</dcterms:created>
  <dcterms:modified xsi:type="dcterms:W3CDTF">2025-11-28T04:18:43Z</dcterms:modified>
  <cp:category/>
</cp:coreProperties>
</file>